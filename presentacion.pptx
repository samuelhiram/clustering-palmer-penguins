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1097280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Clustering de Palmer Penguins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0">
                <a:solidFill>
                  <a:srgbClr val="CCDDEE"/>
                </a:solidFill>
                <a:latin typeface="Calibri"/>
              </a:rPr>
              <a:t>Comparación de K-Means, DBSCAN y Agglomerative Clustering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AABBCC"/>
                </a:solidFill>
                <a:latin typeface="Calibri"/>
              </a:rPr>
              <a:t>Proyecto de Minería de Datos — 26 de mayo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99AABB"/>
                </a:solidFill>
                <a:latin typeface="Calibri"/>
              </a:rPr>
              <a:t>Práctica de Ciencia 2.0 · datos abiertos · código reproducible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1430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1. Problema y objetivo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11430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1F77B4"/>
                </a:solidFill>
                <a:latin typeface="Calibri"/>
              </a:rPr>
              <a:t>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17320"/>
            <a:ext cx="11430000" cy="1188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Calibri"/>
              </a:rPr>
              <a:t>¿Se pueden descubrir automáticamente los grupos naturales de pingüinos (especies) a partir únicamente de sus características físicas, sin usar la etiqueta de especie durante el entrenamiento?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834640"/>
            <a:ext cx="11430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1F77B4"/>
                </a:solidFill>
                <a:latin typeface="Calibri"/>
              </a:rPr>
              <a:t>Objetivo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3756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Comparar 3 algoritmos de clustering no supervisado: K-Means, DBSCAN y Agglomerative.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Evaluar con métricas interna (Silhouette) y externa (Adjusted Rand Index vs. especie).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Demostrar un flujo completo de minería de datos siguiendo Ciencia 2.0.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943600"/>
            <a:ext cx="11430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Reproducibilidad: RANDOM_STATE = 42 · semillas fijadas · requirements.txt incluido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1430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2. Dataset y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1430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Palmer Penguins (Gorman et al., 2014)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5760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344 observaciones · 3 especies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Adelie (152) · Gentoo (124) · Chinstrap (68)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3 islas: Biscoe, Dream, Torgersen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Licencia CC-0 — dominio público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Fuente: github.com/allisonhorst/palmerpenguins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206240"/>
            <a:ext cx="5760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77B4"/>
                </a:solidFill>
                <a:latin typeface="Calibri"/>
              </a:rPr>
              <a:t>Variables numéricas usadas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709160"/>
            <a:ext cx="5760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bill_length_mm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bill_depth_mm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flipper_length_mm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body_mass_g</a:t>
            </a:r>
          </a:p>
        </p:txBody>
      </p:sp>
      <p:pic>
        <p:nvPicPr>
          <p:cNvPr id="8" name="Picture 7" descr="pair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005840"/>
            <a:ext cx="597378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1430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3. Métodos utilizados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1430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Preprocesamiento: dropna() + StandardScaler (4 variables numéricas)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3383280" cy="5029200"/>
          </a:xfrm>
          <a:prstGeom prst="roundRect">
            <a:avLst/>
          </a:prstGeom>
          <a:solidFill>
            <a:srgbClr val="F2F6FA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310896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0B2E4F"/>
                </a:solidFill>
                <a:latin typeface="Calibri"/>
              </a:rPr>
              <a:t>K-Means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310896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0">
                <a:solidFill>
                  <a:srgbClr val="1F77B4"/>
                </a:solidFill>
                <a:latin typeface="Calibri"/>
              </a:rPr>
              <a:t>n_clusters = 3
n_init =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83280"/>
            <a:ext cx="310896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Minimiza la suma de distancias al centroide. Rápido y simple, asume clusters convexos.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280160"/>
            <a:ext cx="3383280" cy="5029200"/>
          </a:xfrm>
          <a:prstGeom prst="roundRect">
            <a:avLst/>
          </a:prstGeom>
          <a:solidFill>
            <a:srgbClr val="F2F6FA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463040"/>
            <a:ext cx="310896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0B2E4F"/>
                </a:solidFill>
                <a:latin typeface="Calibri"/>
              </a:rPr>
              <a:t>DBSCAN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194560"/>
            <a:ext cx="310896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0">
                <a:solidFill>
                  <a:srgbClr val="1F77B4"/>
                </a:solidFill>
                <a:latin typeface="Calibri"/>
              </a:rPr>
              <a:t>eps = 0.6
min_samples =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3383280"/>
            <a:ext cx="310896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Basado en densidad. Detecta ruido (etiqueta −1). No requiere fijar 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280160"/>
            <a:ext cx="3383280" cy="5029200"/>
          </a:xfrm>
          <a:prstGeom prst="roundRect">
            <a:avLst/>
          </a:prstGeom>
          <a:solidFill>
            <a:srgbClr val="F2F6FA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1463040"/>
            <a:ext cx="310896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0B2E4F"/>
                </a:solidFill>
                <a:latin typeface="Calibri"/>
              </a:rPr>
              <a:t>Agglomerative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2194560"/>
            <a:ext cx="310896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0">
                <a:solidFill>
                  <a:srgbClr val="1F77B4"/>
                </a:solidFill>
                <a:latin typeface="Calibri"/>
              </a:rPr>
              <a:t>n_clusters = 3
linkage = ward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3383280"/>
            <a:ext cx="310896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Jerárquico aglomerativo. Une iterativamente clusters minimizando la varianza.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1430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4. 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1430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Métricas y proyección PCA — Agglomerative obtiene el mejor ARI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80160"/>
          <a:ext cx="493776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234440"/>
                <a:gridCol w="1234440"/>
                <a:gridCol w="1234440"/>
              </a:tblGrid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Algoritmo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Silhouette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ARI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Ruido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K-Means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0.447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0.793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DBSCAN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0.557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0.584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Agglomerative</a:t>
                      </a:r>
                    </a:p>
                  </a:txBody>
                  <a:tcPr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0.454</a:t>
                      </a:r>
                    </a:p>
                  </a:txBody>
                  <a:tcPr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0.916</a:t>
                      </a:r>
                    </a:p>
                  </a:txBody>
                  <a:tcPr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EAF4E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3657600"/>
            <a:ext cx="51206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77B4"/>
                </a:solidFill>
                <a:latin typeface="Calibri"/>
              </a:rPr>
              <a:t>Observaciones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11480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Agglomerative recupera mejor las 3 especies (ARI = 0.92).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DBSCAN tiene mejor compacidad interna pero fusiona Adelie/Chinstrap.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K-Means es muy competitivo y mucho más rápido.</a:t>
            </a:r>
          </a:p>
        </p:txBody>
      </p:sp>
      <p:pic>
        <p:nvPicPr>
          <p:cNvPr id="8" name="Picture 7" descr="clusters_p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280160"/>
            <a:ext cx="6400800" cy="149199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1430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5. 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77B4"/>
                </a:solidFill>
                <a:latin typeface="Calibri"/>
              </a:rPr>
              <a:t>¿Qué funcionó mejor?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Agglomerative (ward) y K-Means recuperan la estructura biológica de las 3 especies.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DBSCAN no es óptimo: el dataset no tiene densidades muy distintas.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926080"/>
            <a:ext cx="11430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77B4"/>
                </a:solidFill>
                <a:latin typeface="Calibri"/>
              </a:rPr>
              <a:t>Limitaciones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290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Solo 4 variables numéricas y dataset pequeño (~333 filas tras limpieza).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DBSCAN es muy sensible al parámetro eps.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572000"/>
            <a:ext cx="11430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77B4"/>
                </a:solidFill>
                <a:latin typeface="Calibri"/>
              </a:rPr>
              <a:t>Trabajo futuro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07492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Incluir variables categóricas (sex, island) con encoding.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Probar Gaussian Mixture Models y reducción de dimensionalidad con UMAP/t-SNE.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Validar estabilidad de clusters con bootstrap.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