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Clustering de Palmer Penguins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CCDDEE"/>
                </a:solidFill>
                <a:latin typeface="Calibri"/>
              </a:rPr>
              <a:t>Comparación de K-Means, DBSCAN y Agglomerative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  <a:latin typeface="Calibri"/>
              </a:rPr>
              <a:t>Proyecto de Minería de Datos — 26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Calibri"/>
              </a:rPr>
              <a:t>Práctica de Ciencia 2.0 · datos abiertos · código reproducible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 Problema y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¿Se pueden descubrir automáticamente los grupos naturales de pingüinos (especies) a partir únicamente de sus características físicas, sin usar la etiqueta de especie durante el entrenamiento?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Objetivo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375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Comparar 3 algoritmos de clustering no supervisado: K-Means, DBSCAN y Agglomerative.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Evaluar con métricas interna (Silhouette) y externa (Adjusted Rand Index vs. especie).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Demostrar un flujo completo de minería de datos siguiendo Ciencia 2.0.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Reproducibilidad: RANDOM_STATE = 42 · semillas fijadas · requirements.txt incluido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 Dataset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Palmer Penguins (Gorman et al., 2014)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344 observaciones · 3 especies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Adelie (152) · Gentoo (124) · Chinstrap (68)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 islas: Biscoe, Dream, Torgersen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Licencia CC-0 — dominio público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Fuente: github.com/allisonhorst/palmerpenguins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Variables numéricas usadas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70916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bill_length_mm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bill_depth_mm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flipper_length_mm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body_mass_g</a:t>
            </a:r>
          </a:p>
        </p:txBody>
      </p:sp>
      <p:pic>
        <p:nvPicPr>
          <p:cNvPr id="8" name="Picture 7" descr="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05840"/>
            <a:ext cx="597378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3. Métodos utilizados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Preprocesamiento: dropna() + StandardScaler (4 variables numéricas)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K-Means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n_clusters = 3
n_init =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Minimiza la suma de distancias al centroide. Rápido y simple, asume clusters convexos.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DBSCAN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eps = 0.6
min_samples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Basado en densidad. Detecta ruido (etiqueta −1). No requiere fijar 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Agglomerative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n_clusters = 3
linkage = 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Jerárquico aglomerativo. Une iterativamente clusters minimizando la varianza.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4.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Métricas y proyección PCA — Agglomerative obtiene el mejor ARI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Algoritmo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ARI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Ruido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0.447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Agglomerative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657600"/>
            <a:ext cx="51206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Observaciones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1148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Agglomerative recupera mejor las 3 especies (ARI = 0.92).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Tras mapear cluster → especie por mayoría: exactitud 96.8 % (331/342).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Mapeo: Cluster 0 → Adelie, Cluster 1 → Gentoo, Cluster 2 → Chinstrap.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DBSCAN tiene mejor compacidad interna pero fusiona Adelie/Chinstrap.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K-Means es muy competitivo y mucho más rápido.</a:t>
            </a:r>
          </a:p>
        </p:txBody>
      </p:sp>
      <p:pic>
        <p:nvPicPr>
          <p:cNvPr id="8" name="Picture 7" descr="cluster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280160"/>
            <a:ext cx="6400800" cy="14919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5.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¿Qué funcionó mejor?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Agglomerative (ward) y K-Means recuperan la estructura biológica de las 3 especies.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DBSCAN no es óptimo: el dataset no tiene densidades muy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926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Limitaciones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Solo 4 variables numéricas y dataset pequeño (342 filas tras limpieza).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DBSCAN es muy sensible al parámetro 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720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Incluir variables categóricas (sex, island) con encoding.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Probar Gaussian Mixture Models y reducción de dimensionalidad con UMAP/t-SNE.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Validar estabilidad de clusters con bootstrap.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